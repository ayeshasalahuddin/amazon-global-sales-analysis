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7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06440"/>
            <a:ext cx="12161520" cy="10515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1"/>
          <p:cNvSpPr/>
          <p:nvPr/>
        </p:nvSpPr>
        <p:spPr>
          <a:xfrm>
            <a:off x="45720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Ayesha Salahuddin  29157  ·  Narin Nadeem  29167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772400" y="5989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|  April 28,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7772400" cy="438912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8321040" y="777240"/>
            <a:ext cx="3566160" cy="438912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850392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03920" y="1463040"/>
            <a:ext cx="3200400" cy="749808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595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098280" y="15727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span 7 regions &amp; 100+ countries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03920" y="2331720"/>
            <a:ext cx="3200400" cy="749808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8595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098280" y="244144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lacks profitability visibility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03920" y="3200400"/>
            <a:ext cx="3200400" cy="749808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8595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098280" y="3310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top markets &amp; categories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03920" y="4069080"/>
            <a:ext cx="3200400" cy="749808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8595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098280" y="4178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optimize Online vs Offline channels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5349240"/>
            <a:ext cx="1143000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365760" y="53492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questions guided our analysis — each answered through a dedicated Power BI report page.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9808"/>
            <a:ext cx="11430000" cy="411480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65760" y="5074920"/>
            <a:ext cx="3611880" cy="82296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2"/>
          <p:cNvSpPr/>
          <p:nvPr/>
        </p:nvSpPr>
        <p:spPr>
          <a:xfrm>
            <a:off x="365760" y="5074920"/>
            <a:ext cx="91440" cy="82296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594360" y="5120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$58.25M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78808" y="5074920"/>
            <a:ext cx="3611880" cy="82296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4178808" y="5074920"/>
            <a:ext cx="91440" cy="8229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407408" y="5120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$19.25M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407408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91856" y="5074920"/>
            <a:ext cx="3611880" cy="82296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7991856" y="5074920"/>
            <a:ext cx="91440" cy="82296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8220456" y="5120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Orders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220456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dataset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605332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Europe leads revenue at 26.17% share — with a clear sales dip in 2014 followed by gradual recovery through 2017.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ANALYSIS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9808"/>
            <a:ext cx="11430000" cy="429768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65760" y="5230368"/>
            <a:ext cx="3611880" cy="132588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548640" y="5321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 Sub-Saharan Africa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6875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region — challenges the Western dominance assumption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78808" y="5230368"/>
            <a:ext cx="3611880" cy="132588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4361688" y="5321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 Europe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61688" y="56875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#2 with consistent Online &amp; Offline split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91856" y="5230368"/>
            <a:ext cx="3611880" cy="132588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8174736" y="5321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North America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4736" y="56875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profit region — needs strategic review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PERFORMANCE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9808"/>
            <a:ext cx="11430000" cy="443484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65760" y="5367528"/>
            <a:ext cx="11430000" cy="123444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5486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Honduras &amp; Myanmar top revenue — emerging markets outperform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48056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37760" y="5486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Djibouti &amp; The Gambia lead profit margin at 118.98%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778240" y="5486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&amp; Kyrgyzstan are the lowest revenue contributors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PERFORMANCE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9808"/>
            <a:ext cx="11430000" cy="429768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65760" y="5230368"/>
            <a:ext cx="3611880" cy="132588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2"/>
          <p:cNvSpPr/>
          <p:nvPr/>
        </p:nvSpPr>
        <p:spPr>
          <a:xfrm>
            <a:off x="365760" y="5230368"/>
            <a:ext cx="91440" cy="13258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594360" y="53218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Cosmetics #1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68756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revenue share in treemap — dominant category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78808" y="5230368"/>
            <a:ext cx="3611880" cy="132588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4178808" y="5230368"/>
            <a:ext cx="91440" cy="13258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407408" y="53218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Supplies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07408" y="568756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profit performer with the highest margins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91856" y="5230368"/>
            <a:ext cx="3611880" cy="132588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7991856" y="5230368"/>
            <a:ext cx="91440" cy="13258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8220456" y="53218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Orders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0456" y="568756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 &amp; Cosmetics tied at 13% of total order count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 COMPARISON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9808"/>
            <a:ext cx="11430000" cy="434340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65760" y="5285232"/>
            <a:ext cx="5577840" cy="128016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2"/>
          <p:cNvSpPr/>
          <p:nvPr/>
        </p:nvSpPr>
        <p:spPr>
          <a:xfrm>
            <a:off x="365760" y="5285232"/>
            <a:ext cx="91440" cy="128016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594360" y="537667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Dominates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742432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revenue ($79.09M / 57.6%) outperforms Online.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5285232"/>
            <a:ext cx="5577840" cy="128016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6217920" y="5285232"/>
            <a:ext cx="91440" cy="128016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6446520" y="537667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Leads Both Channels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6520" y="5742432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tops revenue in both Online and Offline — confirming its position as the #1 global market.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ANALYSIS</a:t>
            </a:r>
            <a:endParaRPr lang="en-US" sz="1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9808"/>
            <a:ext cx="11430000" cy="4343400"/>
          </a:xfrm>
          <a:prstGeom prst="rect">
            <a:avLst/>
          </a:prstGeom>
          <a:effectLst>
            <a:outerShdw blurRad="152400" dist="508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65760" y="5285232"/>
            <a:ext cx="3611880" cy="128016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2"/>
          <p:cNvSpPr/>
          <p:nvPr/>
        </p:nvSpPr>
        <p:spPr>
          <a:xfrm>
            <a:off x="365760" y="5285232"/>
            <a:ext cx="91440" cy="128016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594360" y="5376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2012 Peak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7424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&amp; profit year across the entire period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78808" y="5285232"/>
            <a:ext cx="3611880" cy="128016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4178808" y="5285232"/>
            <a:ext cx="91440" cy="1280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407408" y="5376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 2014 Crash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07408" y="57424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both collapsed — needs investigation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91856" y="5285232"/>
            <a:ext cx="3611880" cy="1280160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7991856" y="5285232"/>
            <a:ext cx="91440" cy="12801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8220456" y="5376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Apr is Best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0456" y="57424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is the strongest single month by total revenue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669280" cy="1664208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09728" cy="16642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13232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2014 Crash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002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sharp dip — was it market saturation, competition, or supply chain? Prevent recurrence.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005840"/>
            <a:ext cx="5669280" cy="1664208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355080" y="1005840"/>
            <a:ext cx="109728" cy="166420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611112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1143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Africa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1112" y="160020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is the #1 revenue and profit region. Increase fulfilment capacity and local marketing.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5669280" cy="1664208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09728" cy="16642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713232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017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Online Channel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347472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(57.6%) outperforms Offline in revenue. Shift marketing budget toward digital for higher returns.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880360"/>
            <a:ext cx="5669280" cy="1664208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355080" y="2880360"/>
            <a:ext cx="109728" cy="166420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611112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017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Cosmetics &amp; Office Supplies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11112" y="347472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dominate both revenue and profit. Expand SKUs and negotiate better supplier terms.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12161520" cy="196596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0" y="516636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0" y="6080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·  Amazon Global Sales Analysis  ·  BI Assignment  ·  April 28,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422</Words>
  <Application>Microsoft Office PowerPoint</Application>
  <PresentationFormat>Widescreen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Salahuddin</cp:lastModifiedBy>
  <cp:revision>3</cp:revision>
  <dcterms:created xsi:type="dcterms:W3CDTF">2026-04-28T03:48:23Z</dcterms:created>
  <dcterms:modified xsi:type="dcterms:W3CDTF">2026-04-28T05:15:49Z</dcterms:modified>
</cp:coreProperties>
</file>